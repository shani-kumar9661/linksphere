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6400" b="1">
                <a:solidFill>
                  <a:srgbClr val="38BDF8"/>
                </a:solidFill>
                <a:latin typeface="Arial"/>
              </a:defRPr>
            </a:pPr>
            <a:r>
              <a:t>🔗 LINKSphere</a:t>
            </a:r>
          </a:p>
          <a:p>
            <a:pPr algn="ctr">
              <a:spcAft>
                <a:spcPts val="2000"/>
              </a:spcAft>
              <a:defRPr sz="2400" b="1">
                <a:solidFill>
                  <a:srgbClr val="F1F5F9"/>
                </a:solidFill>
                <a:latin typeface="Arial"/>
              </a:defRPr>
            </a:pPr>
            <a:r>
              <a:t>Cloud-Native Smart URL Management Platform</a:t>
            </a:r>
          </a:p>
          <a:p>
            <a:pPr algn="ctr">
              <a:defRPr sz="1600" i="1">
                <a:solidFill>
                  <a:srgbClr val="94A3B8"/>
                </a:solidFill>
                <a:latin typeface="Arial"/>
              </a:defRPr>
            </a:pPr>
            <a:r>
              <a:t>Advanced Full-Stack Engineering College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The Problem &amp;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EF4444"/>
                </a:solidFill>
                <a:latin typeface="Arial"/>
              </a:defRPr>
            </a:pPr>
            <a:r>
              <a:t>❌ THE CHALLENGE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Long, messy URLs are difficult to share, print, or scan.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Generic shorteners lack analytical insights and visitor details.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No way to set expiration dates or password lock sensitive links.</a:t>
            </a:r>
          </a:p>
          <a:p>
            <a:pPr>
              <a:spcAft>
                <a:spcPts val="1200"/>
              </a:spcAft>
              <a:defRPr sz="1600">
                <a:solidFill>
                  <a:srgbClr val="94A3B8"/>
                </a:solidFill>
                <a:latin typeface="Arial"/>
              </a:defRPr>
            </a:pPr>
            <a:r>
              <a:t>•  Scaling databases to handle millions of redirects causes high latency.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🛡️ THE SOLUTION: LINKSphere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Sleek and clean URL shortening with custom aliases.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Dynamic QR code generation ready to download as PNG.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Link Access Controls: Secure password protection &amp; automated expiry.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High-Performance Caching: Redis-backed redirection in under 2ms.</a:t>
            </a:r>
          </a:p>
          <a:p>
            <a:pPr>
              <a:spcAft>
                <a:spcPts val="12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•  Real-time visual dashboard for device, browser, geo, and traffic stats.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Core Architecture &amp; Tech Stack (How it Works)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0116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Arial"/>
              </a:defRPr>
            </a:pPr>
            <a:r>
              <a:t>🔗 Vite + React UI</a:t>
            </a:r>
            <a:br/>
            <a:r>
              <a:t>(Frontend Client)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2011680"/>
            <a:ext cx="20116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Arial"/>
              </a:defRPr>
            </a:pPr>
            <a:r>
              <a:t>🛡️ Vercel Proxy</a:t>
            </a:r>
            <a:br/>
            <a:r>
              <a:t>(Rewrite Gateway)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3657600"/>
            <a:ext cx="20116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Arial"/>
              </a:defRPr>
            </a:pPr>
            <a:r>
              <a:t>⚙️ Node + Express</a:t>
            </a:r>
            <a:br/>
            <a:r>
              <a:t>(Backend REST API)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303520"/>
            <a:ext cx="20116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Arial"/>
              </a:defRPr>
            </a:pPr>
            <a:r>
              <a:t>🍃 MongoDB Atlas</a:t>
            </a:r>
            <a:br/>
            <a:r>
              <a:t>(Document Store)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5303520"/>
            <a:ext cx="201168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1F5F9"/>
                </a:solidFill>
                <a:latin typeface="Arial"/>
              </a:defRPr>
            </a:pPr>
            <a:r>
              <a:t>🔴 Upstash Redis</a:t>
            </a:r>
            <a:br/>
            <a:r>
              <a:t>(Serverless Cache)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0360" y="2331720"/>
            <a:ext cx="457200" cy="27432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4343400" y="3063240"/>
            <a:ext cx="274320" cy="4572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2240280" y="4709160"/>
            <a:ext cx="274320" cy="4572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4983480" y="4709160"/>
            <a:ext cx="274320" cy="457200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⚙️ DECOUPLED DATA FLOW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Vercel Edge Proxy handles SSL and rewrites client requests starting with /api/v1 to the Render URL, completely resolving CORS restrictions.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Node API queries MongoDB Atlas only for cold requests; popular shortened links are served directly from Upstash Redis to keep latency sub-2ms.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Visitor metadata (Browser, OS, referral source) is parsed out of the request headers and saved asynchronously to the MongoDB Click analytics collection.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Smart Features &amp; Link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🔒  Password Protection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URLs can be locked with a password. Visitors must verify the correct password before being redirected to the target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45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📅  Link Expiration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Set auto-expiry (1 day, 7 days, 30 days, or custom date/time) after which links automatically deactivate.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📱  Dynamic QR Codes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Generates scannable QR codes instantly for every shortlink, available for download as high-res PNG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93192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🏷️  Categorization &amp; Tags</a:t>
            </a:r>
          </a:p>
          <a:p>
            <a:pPr>
              <a:spcAft>
                <a:spcPts val="8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Organize links by adding custom tags (e.g. marketing, social) and categories for simple search &amp; filtering.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Real-Time Analytics &amp; Visitor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📈 VISITOR METADATA ANALYSIS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User-Agent Parsing: Auto-extracts Operating System (Windows, macOS, Linux), Device type (Desktop, Mobile, Tablet), and Browser type (Chrome, Firefox, Safari).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Referrer Tracking: Identifies traffic sources to reveal whether visitors came directly or via social media platforms (LinkedIn, Twitter).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GDPR-Compliant Geolocation: Logs unique visits and locations while hashes IP addresses to ensure data privacy.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F1F5F9"/>
                </a:solidFill>
                <a:latin typeface="Arial"/>
              </a:defRPr>
            </a:pPr>
            <a:r>
              <a:t>🎯 KEY PERFORMANCE METRICS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Click Timelines: Interactive line charts representing daily, weekly, or monthly click frequencies.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Browser &amp; OS Distribution: Visual pie charts enabling administrative review of user demography.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Link Performance Score: Shows active vs. archived links to evaluate marketing campaigns.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Performance Caching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⚡ SUB-2MS CACHING VIA REDIS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Database Bypass: Popular redirected links are cached directly in Redis memory, bypassing slow disk-based MongoDB queries.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Rate-Limiting Storage: Redis stores rate-limiting counters to verify user request frequencies without overloading the DB.</a:t>
            </a: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Arial"/>
              </a:defRPr>
            </a:pPr>
            <a:r>
              <a:t>•  Automatic Invalidation: Cache entries auto-expire and update when URLs are modified or deleted by creators.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F1F5F9"/>
                </a:solidFill>
                <a:latin typeface="Arial"/>
              </a:defRPr>
            </a:pPr>
            <a:r>
              <a:t>🔒 ENTERPRISE-GRADE SECURITY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JWT Token Rotation: Short-lived access tokens (15 mins) combined with httpOnly secure cookies for refresh tokens prevent token hijacking.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Injection Safeguards: Integrated sanitization middleware blocks NoSQL injection attacks and Cross-Site Scripting (XSS).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•  Brute-Force Lockout: Limits login API requests to a maximum of 10 requests per 15 minutes per IP address.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LINKSPHERE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  <a:latin typeface="Arial"/>
              </a:defRPr>
            </a:pPr>
            <a:r>
              <a:t>Deployment &amp; 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100% Cloud-Native</a:t>
            </a:r>
          </a:p>
          <a:p>
            <a:pPr>
              <a:spcAft>
                <a:spcPts val="8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Hosted on serverless infrastructure. Vercel for UI, Render for Server, MongoDB Atlas and Upstash for services.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No-Credit-Card Stack</a:t>
            </a:r>
          </a:p>
          <a:p>
            <a:pPr>
              <a:spcAft>
                <a:spcPts val="8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Implemented using exclusively free cloud tiering, demonstrating cost-effective enterprise architecture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Fully Decoupled Build</a:t>
            </a:r>
          </a:p>
          <a:p>
            <a:pPr>
              <a:spcAft>
                <a:spcPts val="800"/>
              </a:spcAft>
              <a:defRPr sz="1600">
                <a:solidFill>
                  <a:srgbClr val="F1F5F9"/>
                </a:solidFill>
                <a:latin typeface="Arial"/>
              </a:defRPr>
            </a:pPr>
            <a:r>
              <a:t>Frontend and Backend are independent, communicating securely through Vercel's edge-level proxy rewrites.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