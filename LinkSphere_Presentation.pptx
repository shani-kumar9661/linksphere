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6400" b="1">
                <a:solidFill>
                  <a:srgbClr val="38BDF8"/>
                </a:solidFill>
                <a:latin typeface="Arial"/>
              </a:defRPr>
            </a:pPr>
            <a:r>
              <a:t>🔗 LINKSphere</a:t>
            </a:r>
          </a:p>
          <a:p>
            <a:pPr algn="ctr">
              <a:spcAft>
                <a:spcPts val="2000"/>
              </a:spcAft>
              <a:defRPr sz="2400" b="1">
                <a:solidFill>
                  <a:srgbClr val="F1F5F9"/>
                </a:solidFill>
                <a:latin typeface="Arial"/>
              </a:defRPr>
            </a:pPr>
            <a:r>
              <a:t>Cloud-Native Smart URL Management Platform</a:t>
            </a:r>
          </a:p>
          <a:p>
            <a:pPr algn="ctr">
              <a:defRPr sz="1600" i="1">
                <a:solidFill>
                  <a:srgbClr val="94A3B8"/>
                </a:solidFill>
                <a:latin typeface="Arial"/>
              </a:defRPr>
            </a:pPr>
            <a:r>
              <a:t>Advanced Full-Stack Engineering College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LINKSPHERE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rial"/>
              </a:defRPr>
            </a:pPr>
            <a:r>
              <a:t>The Problem &amp;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EF4444"/>
                </a:solidFill>
                <a:latin typeface="Arial"/>
              </a:defRPr>
            </a:pPr>
            <a:r>
              <a:t>❌ THE CHALLENGE</a:t>
            </a:r>
          </a:p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•  Long, messy URLs are difficult to share, print, or scan.</a:t>
            </a:r>
          </a:p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•  Generic shorteners lack analytical insights and visitor details.</a:t>
            </a:r>
          </a:p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•  No way to set expiration dates or password lock sensitive links.</a:t>
            </a:r>
          </a:p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•  Scaling databases to handle millions of redirects causes high latency.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🛡️ THE SOLUTION: LINKSphere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rial"/>
              </a:defRPr>
            </a:pPr>
            <a:r>
              <a:t>•  Sleek and clean URL shortening with custom aliases.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rial"/>
              </a:defRPr>
            </a:pPr>
            <a:r>
              <a:t>•  Dynamic QR code generation ready to download as PNG.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rial"/>
              </a:defRPr>
            </a:pPr>
            <a:r>
              <a:t>•  Link Access Controls: Secure password protection &amp; automated expiry.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rial"/>
              </a:defRPr>
            </a:pPr>
            <a:r>
              <a:t>•  High-Performance Caching: Redis-backed redirection in under 2ms.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rial"/>
              </a:defRPr>
            </a:pPr>
            <a:r>
              <a:t>•  Real-time visual dashboard for device, browser, geo, and traffic stats.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LINKSPHERE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rial"/>
              </a:defRPr>
            </a:pPr>
            <a:r>
              <a:t>Core Architecture &amp; Tech Stack (How it Works)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1. FRONTEND TIER</a:t>
            </a:r>
          </a:p>
          <a:p>
            <a:pPr>
              <a:spcAft>
                <a:spcPts val="1200"/>
              </a:spcAft>
              <a:defRPr sz="1400" i="1" b="1">
                <a:solidFill>
                  <a:srgbClr val="F1F5F9"/>
                </a:solidFill>
                <a:latin typeface="Arial"/>
              </a:defRPr>
            </a:pPr>
            <a:r>
              <a:t>React + Vite + Tailwind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Handles interactive dashboard rendering, Recharts visualization, dynamic QR downloads, and authentication 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645920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2. GATEWAY PROXY</a:t>
            </a:r>
          </a:p>
          <a:p>
            <a:pPr>
              <a:spcAft>
                <a:spcPts val="1200"/>
              </a:spcAft>
              <a:defRPr sz="1400" i="1" b="1">
                <a:solidFill>
                  <a:srgbClr val="F1F5F9"/>
                </a:solidFill>
                <a:latin typeface="Arial"/>
              </a:defRPr>
            </a:pPr>
            <a:r>
              <a:t>Vercel Engine / Nginx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Manages route rewriting, proxying client API calls to backend without CORS errors, and securing SSL/TLS termination.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45920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3. BACKEND API TIER</a:t>
            </a:r>
          </a:p>
          <a:p>
            <a:pPr>
              <a:spcAft>
                <a:spcPts val="1200"/>
              </a:spcAft>
              <a:defRPr sz="1400" i="1" b="1">
                <a:solidFill>
                  <a:srgbClr val="F1F5F9"/>
                </a:solidFill>
                <a:latin typeface="Arial"/>
              </a:defRPr>
            </a:pPr>
            <a:r>
              <a:t>Node.js + Express.js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MVC architecture processing link creation, device/browser metadata parsing, JWT verification, and background jobs.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1645920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4. DATABASE &amp; CACHE</a:t>
            </a:r>
          </a:p>
          <a:p>
            <a:pPr>
              <a:spcAft>
                <a:spcPts val="1200"/>
              </a:spcAft>
              <a:defRPr sz="1400" i="1" b="1">
                <a:solidFill>
                  <a:srgbClr val="F1F5F9"/>
                </a:solidFill>
                <a:latin typeface="Arial"/>
              </a:defRPr>
            </a:pPr>
            <a:r>
              <a:t>MongoDB + Upstash Redis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MongoDB stores persistent data (Users, Links, Clicks). Redis acts as memory cache for hot redirection and rate-limiter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LINKSPHERE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rial"/>
              </a:defRPr>
            </a:pPr>
            <a:r>
              <a:t>Smart Features &amp; Link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🔒  Password Protection</a:t>
            </a:r>
          </a:p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URLs can be locked with a password. Visitors must verify the correct password before being redirected to the target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📅  Link Expiration</a:t>
            </a:r>
          </a:p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Set auto-expiry (1 day, 7 days, 30 days, or custom date/time) after which links automatically deactivate.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📱  Dynamic QR Codes</a:t>
            </a:r>
          </a:p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Generates scannable QR codes instantly for every shortlink, available for download as high-res PNG format.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9319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🏷️  Categorization &amp; Tags</a:t>
            </a:r>
          </a:p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Organize links by adding custom tags (e.g. marketing, social) and categories for simple search &amp; filtering.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LINKSPHERE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rial"/>
              </a:defRPr>
            </a:pPr>
            <a:r>
              <a:t>Real-Time Analytics &amp; Visitor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📈 VISITOR METADATA ANALYSIS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User-Agent Parsing: Auto-extracts Operating System (Windows, macOS, Linux), Device type (Desktop, Mobile, Tablet), and Browser type (Chrome, Firefox, Safari).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Referrer Tracking: Identifies traffic sources to reveal whether visitors came directly or via social media platforms (LinkedIn, Twitter).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GDPR-Compliant Geolocation: Logs unique visits and locations while hashes IP addresses to ensure data privacy.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1F5F9"/>
                </a:solidFill>
                <a:latin typeface="Arial"/>
              </a:defRPr>
            </a:pPr>
            <a:r>
              <a:t>🎯 KEY PERFORMANCE METRICS</a:t>
            </a:r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  <a:latin typeface="Arial"/>
              </a:defRPr>
            </a:pPr>
            <a:r>
              <a:t>•  Click Timelines: Interactive line charts representing daily, weekly, or monthly click frequencies.</a:t>
            </a:r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  <a:latin typeface="Arial"/>
              </a:defRPr>
            </a:pPr>
            <a:r>
              <a:t>•  Browser &amp; OS Distribution: Visual pie charts enabling administrative review of user demography.</a:t>
            </a:r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  <a:latin typeface="Arial"/>
              </a:defRPr>
            </a:pPr>
            <a:r>
              <a:t>•  Link Performance Score: Shows active vs. archived links to evaluate marketing campaigns.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LINKSPHERE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rial"/>
              </a:defRPr>
            </a:pPr>
            <a:r>
              <a:t>Performance Caching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⚡ SUB-2MS CACHING VIA REDIS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Database Bypass: Popular redirected links are cached directly in Redis memory, bypassing slow disk-based MongoDB queries.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Rate-Limiting Storage: Redis stores rate-limiting counters to verify user request frequencies without overloading the DB.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Automatic Invalidation: Cache entries auto-expire and update when URLs are modified or deleted by creators.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1F5F9"/>
                </a:solidFill>
                <a:latin typeface="Arial"/>
              </a:defRPr>
            </a:pPr>
            <a:r>
              <a:t>🔒 ENTERPRISE-GRADE SECURITY</a:t>
            </a:r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  <a:latin typeface="Arial"/>
              </a:defRPr>
            </a:pPr>
            <a:r>
              <a:t>•  JWT Token Rotation: Short-lived access tokens (15 mins) combined with httpOnly secure cookies for refresh tokens prevent token hijacking.</a:t>
            </a:r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  <a:latin typeface="Arial"/>
              </a:defRPr>
            </a:pPr>
            <a:r>
              <a:t>•  Injection Safeguards: Integrated sanitization middleware blocks NoSQL injection attacks and Cross-Site Scripting (XSS).</a:t>
            </a:r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  <a:latin typeface="Arial"/>
              </a:defRPr>
            </a:pPr>
            <a:r>
              <a:t>•  Brute-Force Lockout: Limits login API requests to a maximum of 10 requests per 15 minutes per IP address.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LINKSPHERE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rial"/>
              </a:defRPr>
            </a:pPr>
            <a:r>
              <a:t>Deployment &amp; Key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38BDF8"/>
                </a:solidFill>
                <a:latin typeface="Arial"/>
              </a:defRPr>
            </a:pPr>
            <a:r>
              <a:t>100% Cloud-Native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Arial"/>
              </a:defRPr>
            </a:pPr>
            <a:r>
              <a:t>Hosted on serverless infrastructure. Vercel for UI, Render for Server, MongoDB Atlas and Upstash for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201168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38BDF8"/>
                </a:solidFill>
                <a:latin typeface="Arial"/>
              </a:defRPr>
            </a:pPr>
            <a:r>
              <a:t>No-Credit-Card Stack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Arial"/>
              </a:defRPr>
            </a:pPr>
            <a:r>
              <a:t>Implemented using exclusively free cloud tiering, demonstrating cost-effective enterprise architecture scaling.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201168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38BDF8"/>
                </a:solidFill>
                <a:latin typeface="Arial"/>
              </a:defRPr>
            </a:pPr>
            <a:r>
              <a:t>Fully Decoupled Build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Arial"/>
              </a:defRPr>
            </a:pPr>
            <a:r>
              <a:t>Frontend and Backend are independent, communicating securely through Vercel's edge-level proxy rewrites.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